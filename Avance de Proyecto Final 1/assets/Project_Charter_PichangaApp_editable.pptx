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887200" cy="168249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00" cy="16824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093440"/>
            <a:ext cx="109728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9344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7DDDFC"/>
                </a:solidFill>
                <a:latin typeface="Calibri"/>
              </a:rPr>
              <a:t>PROJECT CHARTER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6093440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PichangaApp — Plataforma web de reserva de canchas y pichangas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734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Curso Integrador I: Sistemas Software  ·  16 semanas  ·  Presupuesto máximo S/ 30,000  ·  Fecha: semana 1 – semana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26464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" y="15343632"/>
            <a:ext cx="5340096" cy="27432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535277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1. Datos generales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5224760"/>
            <a:ext cx="5102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Proyecto: PichangaApp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Curso: Curso Integrador I: Sistemas Software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Plazo: dieciséis semanas (S1–S16)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Presupuesto aprobado: S/ 30,000 (máximo)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Equipo: 5 integrantes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26464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62472" y="15343632"/>
            <a:ext cx="5340096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535277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2. Objetivo general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15224760"/>
            <a:ext cx="5102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Desarrollar una plataforma web tipo marketplace que permita buscar, reservar y pagar canchas deportivas y organizar o participar en pichangas, dentro de un presupuesto de S/ 30,000 y un plazo de dieciséis semanas.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1704320"/>
            <a:ext cx="109728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" y="13789152"/>
            <a:ext cx="10917936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379829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3. Alcance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13670280"/>
            <a:ext cx="106801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31520" y="11887200"/>
            <a:ext cx="5029200" cy="1874519"/>
          </a:xfrm>
          <a:prstGeom prst="rect">
            <a:avLst/>
          </a:prstGeom>
          <a:solidFill>
            <a:srgbClr val="ECFDF5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13578840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65F46"/>
                </a:solidFill>
                <a:latin typeface="Calibri"/>
              </a:rPr>
              <a:t>Dentro del alcance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3368528"/>
            <a:ext cx="4846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Registro y login · Búsqueda con filtros · Reserva con bloqueo de horarios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Pagos (Yape/Plin/Mercado Pago/PayPal) · Pichangas con cupos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Notificaciones · Calificaciones · Historial · Panel del propietario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Dashboard del administrador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887200"/>
            <a:ext cx="5029200" cy="1874519"/>
          </a:xfrm>
          <a:prstGeom prst="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3578840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  <a:latin typeface="Calibri"/>
              </a:rPr>
              <a:t>Fuera del alcance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3368528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Aplicaciones nativas iOS/Android en esta fase.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Expansión internacional en esta fase.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Verificación de identidad presencial.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94183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4632" y="11228832"/>
            <a:ext cx="5340096" cy="27432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1123797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4. Entregables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11109960"/>
            <a:ext cx="5102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E1 Requisitos y prototipos — S4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E2 Diseño, diagramas y script SQL — S7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E3 API REST funcional — S11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E4 Aplicación web React — S12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E5 Prototipo integrado — S12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E6 Reporte de calidad — S14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E7 Despliegue en producción — S15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E8 Cierre y sustentación — S16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94183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62472" y="11228832"/>
            <a:ext cx="5340096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1344" y="1123797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5. Hitos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11109960"/>
            <a:ext cx="5102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Avance 1 — Requisitos y prototipos (S4)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Avance 2 — Diseño y arquitectura (S7)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Avance 3 — MVP funcional (S12)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Cierre y sustentación final (S16)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Control de versiones: Git Flow + PRs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Metodología: fases con entregables verificables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858000"/>
            <a:ext cx="53949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632" y="8942832"/>
            <a:ext cx="5340096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895197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6. Riesgos y mitigación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8823960"/>
            <a:ext cx="5102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Pasarelas de pago retrasadas → modo sandbox desde F5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Doble reserva por concurrencia → bloqueo optimista + unicidad en BD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Sobrecosto SQL Server → edición de desarrollo / planes gratuitos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Desviación de cronograma → seguimiento semanal del Gantt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6858000"/>
            <a:ext cx="53949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62472" y="8942832"/>
            <a:ext cx="5340096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81344" y="895197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7. Equipo del proyecto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344" y="8823960"/>
            <a:ext cx="5102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Marizza  —  Líder de proyecto y backend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Segundo T.  —  Desarrollador backend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Juan F.  —  Desarrollador frontend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Erick  —  Desarrollador frontend</a:t>
            </a:r>
          </a:p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Jairo S.  —  Calidad y documentación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20624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4632" y="6382512"/>
            <a:ext cx="5340096" cy="27432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" y="639165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8. Presupuesto (total S/ 27,384)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" y="6263640"/>
            <a:ext cx="5102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Recursos humanos ................ S/ 18,144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Infraestructura y hosting ........ S/ 1,600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Herramientas y licencias ......... S/ 840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Integraciones y pasarelas ........ S/ 800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Marketing y lanzamiento .......... S/ 2,000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Contingencia ..................... S/ 3,000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Capacitación y soporte ........... S/ 1,000</a:t>
            </a:r>
          </a:p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Margen vs. límite (S/ 30,000) .... S/ 2,616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420624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62472" y="6382512"/>
            <a:ext cx="5340096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1344" y="639165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9. Criterios de éxito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1344" y="6263640"/>
            <a:ext cx="5102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El prototipo cubre el 100 % del alcance funcional (RF01–RF12) y los RNF01–RNF10.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El sistema queda operativo dentro del presupuesto y el plazo.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Pruebas funcionales, de seguridad y de rendimiento aprobadas (F6).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Cobertura de pruebas superior al 80 % (RNF07).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Nota. Elaboración propia. El project charter resume el alcance, entregables, riesgos, equipo y criterios de éxito del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